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03288D-D956-46EE-8D0F-91C347F2E8B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8A2421-F1CA-4DD4-84C5-F0392DCECB1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ABBC31-5F53-4881-8392-3CE178B4B71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261F49-DC9D-4C8F-9884-A87DAA7EC28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B0BCEC-1AAD-4DB3-8776-4AA78FCBDB3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E55611-6782-4D8A-9712-A13D2D2970D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1A3FD0-13F9-49C6-84AC-E924853700D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C1FFAE-DFBE-4BA2-AAF2-BA5267D9243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7BA944-C454-470C-AD82-CEFD71BBB9E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5C471A-73A1-4822-8279-5E92C514377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Noto Serif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EF2D3E-AFD7-4169-AF43-BFFE6934C35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641880" y="274320"/>
            <a:ext cx="78620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4472c4"/>
                </a:solidFill>
                <a:effectLst/>
                <a:uFillTx/>
                <a:latin typeface="Calibri"/>
                <a:ea typeface="Noto Sans"/>
              </a:rPr>
              <a:t>Reporte de Estado - </a:t>
            </a:r>
            <a:r>
              <a:rPr b="1" lang="en-US" sz="3200" strike="noStrike" u="none">
                <a:solidFill>
                  <a:srgbClr val="4472c4"/>
                </a:solidFill>
                <a:effectLst/>
                <a:uFillTx/>
                <a:latin typeface="Calibri"/>
              </a:rPr>
              <a:t>Plataforma Cloud 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57200" y="1188720"/>
            <a:ext cx="33274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Estado General: [</a:t>
            </a:r>
            <a:r>
              <a:rPr b="1" lang="en-US" sz="1400" strike="noStrike" u="none">
                <a:solidFill>
                  <a:srgbClr val="00a933"/>
                </a:solidFill>
                <a:effectLst/>
                <a:uFillTx/>
                <a:latin typeface="Calibri"/>
              </a:rPr>
              <a:t>Green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/</a:t>
            </a:r>
            <a:r>
              <a:rPr b="1" lang="en-US" sz="1400" strike="noStrike" u="none">
                <a:solidFill>
                  <a:srgbClr val="e6e905"/>
                </a:solidFill>
                <a:effectLst/>
                <a:uFillTx/>
                <a:latin typeface="Calibri"/>
              </a:rPr>
              <a:t>Yellow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/</a:t>
            </a:r>
            <a:r>
              <a:rPr b="1" lang="en-US" sz="14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Red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]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457200" y="1828800"/>
            <a:ext cx="38401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Últimos Avances: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[Avance 1]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[Avance 2]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[Avance 3]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4846320" y="1828800"/>
            <a:ext cx="38401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Próximas Actividades: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[Actividad 1]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[Actividad 2]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[Actividad 3]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457200" y="3840480"/>
            <a:ext cx="38401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Riesgos/Bloqueos: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[Riesgo 1]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[Bloqueo 1]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4846320" y="3840480"/>
            <a:ext cx="304524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KPIs: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% Completado: [x]%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% Tareas retrasadas: [x]%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Coste vs Plan: [x]%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Hitos logrados: [x]/[x]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3115800" y="6217920"/>
            <a:ext cx="29120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Fecha: [xx/xx/xx] | Versión: [x] | PM: [Mi nombre]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695520" y="274320"/>
            <a:ext cx="775620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4472c4"/>
                </a:solidFill>
                <a:effectLst/>
                <a:uFillTx/>
                <a:latin typeface="Calibri"/>
              </a:rPr>
              <a:t>Reporte de Estado - Plataforma Cloud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457200" y="1188720"/>
            <a:ext cx="22060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08000"/>
                </a:solidFill>
                <a:effectLst/>
                <a:uFillTx/>
                <a:latin typeface="Calibri"/>
              </a:rPr>
              <a:t>Estado General: GREEN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457200" y="1620000"/>
            <a:ext cx="3718800" cy="12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Últimos Avances: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</a:t>
            </a: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Arquitectura cloud aprobada (AWS)</a:t>
            </a:r>
            <a:endParaRPr b="0" lang="es-ES" sz="15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3 pipelines ETL en producción</a:t>
            </a:r>
            <a:endParaRPr b="0" lang="es-ES" sz="15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Dashboard de métricas operativas live</a:t>
            </a:r>
            <a:endParaRPr b="0" lang="es-ES" sz="15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Migración del 40% de datos históricos</a:t>
            </a:r>
            <a:endParaRPr b="0" lang="es-ES" sz="15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4860000" y="1620000"/>
            <a:ext cx="4335840" cy="11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Próximas Actividades: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Sprint 5: Implementar 2 pipelines adicionales</a:t>
            </a:r>
            <a:endParaRPr b="0" lang="es-ES" sz="15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Configurar alertas de calidad de datos</a:t>
            </a:r>
            <a:endParaRPr b="0" lang="es-ES" sz="15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Testing de rendimiento bajo carga</a:t>
            </a:r>
            <a:endParaRPr b="0" lang="es-ES" sz="15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Review de seguridad con equipo InfoSec</a:t>
            </a:r>
            <a:endParaRPr b="0" lang="es-ES" sz="15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495000" y="3840480"/>
            <a:ext cx="4200120" cy="11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Riesgos/Bloqueos: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Costes cloud 15% por encima estimado</a:t>
            </a:r>
            <a:endParaRPr b="0" lang="es-ES" sz="15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- Hay que optimizar queries y storage</a:t>
            </a:r>
            <a:endParaRPr b="0" lang="es-ES" sz="15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Dependencia API externa retrasada 1 sprint</a:t>
            </a:r>
            <a:endParaRPr b="0" lang="es-ES" sz="15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- Hay que priorizar otras funcionalidades</a:t>
            </a:r>
            <a:endParaRPr b="0" lang="es-ES" sz="15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4860000" y="3840480"/>
            <a:ext cx="3265920" cy="16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KPIs: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% Completado: 45%</a:t>
            </a:r>
            <a:endParaRPr b="0" lang="es-ES" sz="15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% Tareas retrasadas: 8%</a:t>
            </a:r>
            <a:endParaRPr b="0" lang="es-ES" sz="15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Coste vs Plan: 115%</a:t>
            </a:r>
            <a:endParaRPr b="0" lang="es-ES" sz="15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Hitos logrados: 3/7</a:t>
            </a:r>
            <a:endParaRPr b="0" lang="es-ES" sz="15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Velocity: 32 story points/sprint</a:t>
            </a:r>
            <a:endParaRPr b="0" lang="es-ES" sz="15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Disponibilidad plataforma: 99.2%</a:t>
            </a:r>
            <a:endParaRPr b="0" lang="es-ES" sz="15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4" name="TextBox 7"/>
          <p:cNvSpPr/>
          <p:nvPr/>
        </p:nvSpPr>
        <p:spPr>
          <a:xfrm>
            <a:off x="2702880" y="6217920"/>
            <a:ext cx="37414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Fecha: 06/12/2025 | Sprint 4 | PM: Ismael Hernández Clemente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Application>LibreOffice/25.8.3.2$Linux_X86_64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2025-12-07T15:18:23Z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